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7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EDD07-36D0-422F-B127-B1F5D97BB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F43D7F-5AA4-249D-37ED-CB1745C07E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EC987-47EE-AE7D-9B88-7D312BD4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C8DE2-F737-B4BF-1CB5-7E8C2A7A33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90903-CD7B-26A1-B8A5-62DE4EAB7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40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340BF-A4EC-6D25-32A0-E2E47C308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68299E-FEF6-E5EE-E139-C58DB2ADB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3AC088-75BA-5387-0593-51F67201A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1981C5-358C-75A2-186D-5899C7500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64B12-7467-C4EA-230F-7FF0C98EAA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19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62EB5-D7D7-05FB-D13C-C043582F7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73E186-432B-B584-294D-51A7384B6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8A08B6-AD58-EC29-1B5E-57E7D031D5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03950-3FAD-61D5-0902-C7DEE5E7B6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415C3-F8D1-EF49-AC5B-5F7C7F545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2604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BC477-8E3C-B942-595F-9FE31D5F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CE5A7-CAAF-26C0-DBE6-800103FFC4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117654-C30E-328B-7596-B35C864B81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DD4EC4-9A95-C643-5779-1C67DFDE9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8A70E3-A37B-6B5F-EC5E-F2527C282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548080-AF63-FE8E-E741-3D0FF9D7C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34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15FA05-799C-7A12-D770-527DD277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724369-541B-C93F-EB62-ED92521EC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77C250-C588-3E25-EE41-F04BBE024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BA8D56-33E8-FC53-A420-665B22F20E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54F042-D5E3-963C-4DFD-6A261D2C1A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24255-9EB9-0766-FAFB-CF489710C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4BA6C66-0D8D-8556-6198-140F2B739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39F18C0-2DED-EF21-6BF6-81BA9BA06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640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94779-E5FA-01E1-8EB9-479B5120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5FBECBC-39E8-C563-4BDE-BE5AB0469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68473B-3F5A-8D2C-6A7D-306E9A1CF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8BA93F-78B9-B377-D273-0FFDC05E2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68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01F044-C113-7470-087B-24E74AE890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CD1E6-11E1-9761-0526-2F0F2FBE4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9ABC47-F433-1362-ED28-5B25EC075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27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6D821-8651-30A1-AF50-B48028DD2C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601D-B819-D6BE-693C-3F4E8567C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28FADA-23F3-D8FE-88B7-A93E62EDBB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843334-C7E1-A28E-F942-9CDC89170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BB2521-7ACE-B13E-4E22-752A23C9E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AF395F-4647-8160-CCE2-BD5A91812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968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DA40A-A140-CA43-DCD6-197414B26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2CF269-C7DC-3673-3F80-123868927E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22D91C-1D83-FA25-4CBF-402202F5B4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1E209B-0BFC-912E-3476-FCECC0344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C2B0A2-695F-7909-6091-7CA035653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66EC90-A7D8-B081-51C3-34AC4EB1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8604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21541-2DB4-A5A1-4F63-1E7FBAB7E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A8116F-DBE9-AC50-49A1-E086990FD0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673AC3-066C-C724-34F1-F71F563C1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A7EDA4-6B9F-F86D-1624-63B69B3D6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12DB8-5CDF-DE8C-D7C4-C0C8C96FB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6211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14DF1F2-F791-1317-A7FD-E585BAB4B0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BD1B39-02A6-992F-1976-DECA4773C5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962189-BB87-7C03-63E2-341ADBD25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C67038-116C-3025-9B43-D5D6F2376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61FC4-5BE4-906E-671D-5761E3F90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901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913E35-9A47-0431-1201-6172DA5A7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20FD1-6F2D-A27C-7EF2-F98175499D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093E97-9A64-04C1-994C-7F7DE003DEE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AA2F7B-09C8-4751-A456-15BEB8EC812A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B2D912-EF7E-46C1-8D5C-A878E44394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89B5C-8AC8-594A-FEE6-035CEAA62E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65701-95A1-4B53-8360-0D7697FF69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0304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76D04D-6C25-60BC-27ED-E619A04C6A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err="1"/>
              <a:t>Bittoo</a:t>
            </a:r>
            <a:r>
              <a:rPr lang="en-US" b="1" dirty="0"/>
              <a:t> Tikki Wala — Expanded Market Analysis &amp; Correlation Report </a:t>
            </a:r>
            <a:br>
              <a:rPr lang="en-US" b="1" dirty="0"/>
            </a:br>
            <a:r>
              <a:rPr lang="en-US" b="1" dirty="0"/>
              <a:t>Power Bi</a:t>
            </a:r>
            <a:br>
              <a:rPr lang="en-US" b="1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25150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32CD15-9089-7599-2E87-39AF039879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872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27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28F22B-44EB-73C3-7687-C9F834832E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28" b="1"/>
          <a:stretch>
            <a:fillRect/>
          </a:stretch>
        </p:blipFill>
        <p:spPr>
          <a:xfrm>
            <a:off x="0" y="1282"/>
            <a:ext cx="1219200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684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5C437C-C849-1A31-6097-750248EBBC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71" r="1" b="1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944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1595A09-E336-4D1B-9B3A-06A2287A54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9705D74-8083-E197-F49A-D4FF5122C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57"/>
          <a:stretch>
            <a:fillRect/>
          </a:stretch>
        </p:blipFill>
        <p:spPr>
          <a:xfrm>
            <a:off x="20" y="9"/>
            <a:ext cx="12191980" cy="5366469"/>
          </a:xfrm>
          <a:custGeom>
            <a:avLst/>
            <a:gdLst/>
            <a:ahLst/>
            <a:cxnLst/>
            <a:rect l="l" t="t" r="r" b="b"/>
            <a:pathLst>
              <a:path w="12188952" h="4558430">
                <a:moveTo>
                  <a:pt x="6789701" y="4490221"/>
                </a:moveTo>
                <a:lnTo>
                  <a:pt x="6788702" y="4490299"/>
                </a:lnTo>
                <a:lnTo>
                  <a:pt x="6788476" y="4490833"/>
                </a:lnTo>
                <a:close/>
                <a:moveTo>
                  <a:pt x="0" y="0"/>
                </a:moveTo>
                <a:lnTo>
                  <a:pt x="12188952" y="0"/>
                </a:lnTo>
                <a:lnTo>
                  <a:pt x="12188952" y="3596895"/>
                </a:lnTo>
                <a:lnTo>
                  <a:pt x="12061096" y="3635026"/>
                </a:lnTo>
                <a:cubicBezTo>
                  <a:pt x="11933500" y="3671240"/>
                  <a:pt x="11805390" y="3705769"/>
                  <a:pt x="11676800" y="3738601"/>
                </a:cubicBezTo>
                <a:cubicBezTo>
                  <a:pt x="11262789" y="3846108"/>
                  <a:pt x="10845343" y="3939710"/>
                  <a:pt x="10425355" y="4022140"/>
                </a:cubicBezTo>
                <a:cubicBezTo>
                  <a:pt x="10092810" y="4087351"/>
                  <a:pt x="9759033" y="4145748"/>
                  <a:pt x="9424022" y="4197302"/>
                </a:cubicBezTo>
                <a:cubicBezTo>
                  <a:pt x="9102997" y="4246959"/>
                  <a:pt x="8781133" y="4291526"/>
                  <a:pt x="8458419" y="4331003"/>
                </a:cubicBezTo>
                <a:cubicBezTo>
                  <a:pt x="8211360" y="4361169"/>
                  <a:pt x="7963792" y="4386742"/>
                  <a:pt x="7715970" y="4410950"/>
                </a:cubicBezTo>
                <a:lnTo>
                  <a:pt x="6951716" y="4476730"/>
                </a:lnTo>
                <a:lnTo>
                  <a:pt x="6936303" y="4478801"/>
                </a:lnTo>
                <a:lnTo>
                  <a:pt x="6790448" y="4490162"/>
                </a:lnTo>
                <a:lnTo>
                  <a:pt x="6799941" y="4491982"/>
                </a:lnTo>
                <a:cubicBezTo>
                  <a:pt x="6811623" y="4492448"/>
                  <a:pt x="6823734" y="4490275"/>
                  <a:pt x="6835432" y="4490275"/>
                </a:cubicBezTo>
                <a:cubicBezTo>
                  <a:pt x="6851580" y="4490275"/>
                  <a:pt x="6867729" y="4487668"/>
                  <a:pt x="6884003" y="4487297"/>
                </a:cubicBezTo>
                <a:cubicBezTo>
                  <a:pt x="7115805" y="4481835"/>
                  <a:pt x="7347351" y="4469668"/>
                  <a:pt x="7578771" y="4454770"/>
                </a:cubicBezTo>
                <a:cubicBezTo>
                  <a:pt x="7927552" y="4432302"/>
                  <a:pt x="8276080" y="4404123"/>
                  <a:pt x="8623845" y="4367873"/>
                </a:cubicBezTo>
                <a:cubicBezTo>
                  <a:pt x="8909939" y="4338575"/>
                  <a:pt x="9195310" y="4303940"/>
                  <a:pt x="9479970" y="4263967"/>
                </a:cubicBezTo>
                <a:cubicBezTo>
                  <a:pt x="9864901" y="4209593"/>
                  <a:pt x="10248014" y="4144879"/>
                  <a:pt x="10629308" y="4069810"/>
                </a:cubicBezTo>
                <a:cubicBezTo>
                  <a:pt x="11090114" y="3978690"/>
                  <a:pt x="11546975" y="3871184"/>
                  <a:pt x="11998498" y="3743816"/>
                </a:cubicBezTo>
                <a:lnTo>
                  <a:pt x="12188952" y="3687715"/>
                </a:lnTo>
                <a:lnTo>
                  <a:pt x="12188952" y="3742439"/>
                </a:lnTo>
                <a:lnTo>
                  <a:pt x="11829257" y="3846853"/>
                </a:lnTo>
                <a:cubicBezTo>
                  <a:pt x="11534769" y="3926550"/>
                  <a:pt x="11238120" y="3997436"/>
                  <a:pt x="10939183" y="4061368"/>
                </a:cubicBezTo>
                <a:cubicBezTo>
                  <a:pt x="10622824" y="4129150"/>
                  <a:pt x="10304941" y="4189147"/>
                  <a:pt x="9985530" y="4241373"/>
                </a:cubicBezTo>
                <a:cubicBezTo>
                  <a:pt x="9720036" y="4284822"/>
                  <a:pt x="9453814" y="4323467"/>
                  <a:pt x="9186882" y="4357320"/>
                </a:cubicBezTo>
                <a:cubicBezTo>
                  <a:pt x="8984197" y="4382894"/>
                  <a:pt x="8781514" y="4406977"/>
                  <a:pt x="8578198" y="4426839"/>
                </a:cubicBezTo>
                <a:cubicBezTo>
                  <a:pt x="8340547" y="4449559"/>
                  <a:pt x="8102644" y="4471034"/>
                  <a:pt x="7864358" y="4488290"/>
                </a:cubicBezTo>
                <a:cubicBezTo>
                  <a:pt x="7554994" y="4510634"/>
                  <a:pt x="7245502" y="4528512"/>
                  <a:pt x="6935502" y="4539684"/>
                </a:cubicBezTo>
                <a:cubicBezTo>
                  <a:pt x="6782917" y="4545147"/>
                  <a:pt x="6630334" y="4548995"/>
                  <a:pt x="6477750" y="4553587"/>
                </a:cubicBezTo>
                <a:cubicBezTo>
                  <a:pt x="6439195" y="4551503"/>
                  <a:pt x="6400529" y="4553128"/>
                  <a:pt x="6362294" y="4558430"/>
                </a:cubicBezTo>
                <a:lnTo>
                  <a:pt x="6057129" y="4558430"/>
                </a:lnTo>
                <a:lnTo>
                  <a:pt x="5977784" y="4553836"/>
                </a:lnTo>
                <a:cubicBezTo>
                  <a:pt x="5740261" y="4541423"/>
                  <a:pt x="5502739" y="4527644"/>
                  <a:pt x="5265087" y="4517587"/>
                </a:cubicBezTo>
                <a:cubicBezTo>
                  <a:pt x="4958267" y="4505171"/>
                  <a:pt x="4651826" y="4484691"/>
                  <a:pt x="4346277" y="4455517"/>
                </a:cubicBezTo>
                <a:cubicBezTo>
                  <a:pt x="4021654" y="4424605"/>
                  <a:pt x="3697795" y="4389970"/>
                  <a:pt x="3373045" y="4356948"/>
                </a:cubicBezTo>
                <a:cubicBezTo>
                  <a:pt x="3035412" y="4322686"/>
                  <a:pt x="2698456" y="4283047"/>
                  <a:pt x="2362173" y="4238021"/>
                </a:cubicBezTo>
                <a:cubicBezTo>
                  <a:pt x="1984692" y="4187868"/>
                  <a:pt x="1608364" y="4130142"/>
                  <a:pt x="1233177" y="4064845"/>
                </a:cubicBezTo>
                <a:cubicBezTo>
                  <a:pt x="842181" y="3996132"/>
                  <a:pt x="453758" y="3917644"/>
                  <a:pt x="68500" y="3825138"/>
                </a:cubicBezTo>
                <a:lnTo>
                  <a:pt x="0" y="3807783"/>
                </a:lnTo>
                <a:lnTo>
                  <a:pt x="0" y="3751294"/>
                </a:lnTo>
                <a:lnTo>
                  <a:pt x="72441" y="3770071"/>
                </a:lnTo>
                <a:cubicBezTo>
                  <a:pt x="247961" y="3812249"/>
                  <a:pt x="424164" y="3851509"/>
                  <a:pt x="600716" y="3888441"/>
                </a:cubicBezTo>
                <a:cubicBezTo>
                  <a:pt x="988279" y="3969255"/>
                  <a:pt x="1378133" y="4038153"/>
                  <a:pt x="1769512" y="4098609"/>
                </a:cubicBezTo>
                <a:cubicBezTo>
                  <a:pt x="2052426" y="4142185"/>
                  <a:pt x="2335725" y="4182282"/>
                  <a:pt x="2613554" y="4215551"/>
                </a:cubicBezTo>
                <a:cubicBezTo>
                  <a:pt x="2605544" y="4218158"/>
                  <a:pt x="2594611" y="4208102"/>
                  <a:pt x="2581134" y="4205620"/>
                </a:cubicBezTo>
                <a:cubicBezTo>
                  <a:pt x="2087178" y="4113668"/>
                  <a:pt x="1597684" y="4002775"/>
                  <a:pt x="1112635" y="3872923"/>
                </a:cubicBezTo>
                <a:cubicBezTo>
                  <a:pt x="880453" y="3810852"/>
                  <a:pt x="649713" y="3744374"/>
                  <a:pt x="420412" y="3673490"/>
                </a:cubicBezTo>
                <a:lnTo>
                  <a:pt x="0" y="3534573"/>
                </a:lnTo>
                <a:close/>
              </a:path>
            </a:pathLst>
          </a:custGeom>
        </p:spPr>
      </p:pic>
      <p:sp>
        <p:nvSpPr>
          <p:cNvPr id="38" name="sketch line">
            <a:extLst>
              <a:ext uri="{FF2B5EF4-FFF2-40B4-BE49-F238E27FC236}">
                <a16:creationId xmlns:a16="http://schemas.microsoft.com/office/drawing/2014/main" id="{3540989C-C7B8-473B-BF87-6F2DA6A900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61305" y="5468206"/>
            <a:ext cx="1371600" cy="18288"/>
          </a:xfrm>
          <a:custGeom>
            <a:avLst/>
            <a:gdLst>
              <a:gd name="csX0" fmla="*/ 0 w 1371600"/>
              <a:gd name="csY0" fmla="*/ 0 h 18288"/>
              <a:gd name="csX1" fmla="*/ 685800 w 1371600"/>
              <a:gd name="csY1" fmla="*/ 0 h 18288"/>
              <a:gd name="csX2" fmla="*/ 1371600 w 1371600"/>
              <a:gd name="csY2" fmla="*/ 0 h 18288"/>
              <a:gd name="csX3" fmla="*/ 1371600 w 1371600"/>
              <a:gd name="csY3" fmla="*/ 18288 h 18288"/>
              <a:gd name="csX4" fmla="*/ 713232 w 1371600"/>
              <a:gd name="csY4" fmla="*/ 18288 h 18288"/>
              <a:gd name="csX5" fmla="*/ 0 w 1371600"/>
              <a:gd name="csY5" fmla="*/ 18288 h 18288"/>
              <a:gd name="csX6" fmla="*/ 0 w 1371600"/>
              <a:gd name="csY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</a:cxnLst>
            <a:rect l="l" t="t" r="r" b="b"/>
            <a:pathLst>
              <a:path w="1371600" h="18288" fill="none" extrusionOk="0">
                <a:moveTo>
                  <a:pt x="0" y="0"/>
                </a:moveTo>
                <a:cubicBezTo>
                  <a:pt x="247303" y="31625"/>
                  <a:pt x="422310" y="-25629"/>
                  <a:pt x="685800" y="0"/>
                </a:cubicBezTo>
                <a:cubicBezTo>
                  <a:pt x="949290" y="25629"/>
                  <a:pt x="1192357" y="6696"/>
                  <a:pt x="1371600" y="0"/>
                </a:cubicBezTo>
                <a:cubicBezTo>
                  <a:pt x="1371355" y="6649"/>
                  <a:pt x="1371915" y="11310"/>
                  <a:pt x="1371600" y="18288"/>
                </a:cubicBezTo>
                <a:cubicBezTo>
                  <a:pt x="1107995" y="26464"/>
                  <a:pt x="1033361" y="32942"/>
                  <a:pt x="713232" y="18288"/>
                </a:cubicBezTo>
                <a:cubicBezTo>
                  <a:pt x="393103" y="3634"/>
                  <a:pt x="289343" y="43221"/>
                  <a:pt x="0" y="18288"/>
                </a:cubicBezTo>
                <a:cubicBezTo>
                  <a:pt x="-459" y="11562"/>
                  <a:pt x="-31" y="5093"/>
                  <a:pt x="0" y="0"/>
                </a:cubicBezTo>
                <a:close/>
              </a:path>
              <a:path w="1371600" h="18288" stroke="0" extrusionOk="0">
                <a:moveTo>
                  <a:pt x="0" y="0"/>
                </a:moveTo>
                <a:cubicBezTo>
                  <a:pt x="170249" y="-24099"/>
                  <a:pt x="504634" y="14338"/>
                  <a:pt x="644652" y="0"/>
                </a:cubicBezTo>
                <a:cubicBezTo>
                  <a:pt x="784670" y="-14338"/>
                  <a:pt x="1087773" y="8679"/>
                  <a:pt x="1371600" y="0"/>
                </a:cubicBezTo>
                <a:cubicBezTo>
                  <a:pt x="1372456" y="3662"/>
                  <a:pt x="1371030" y="13946"/>
                  <a:pt x="1371600" y="18288"/>
                </a:cubicBezTo>
                <a:cubicBezTo>
                  <a:pt x="1176823" y="-1409"/>
                  <a:pt x="900830" y="9989"/>
                  <a:pt x="713232" y="18288"/>
                </a:cubicBezTo>
                <a:cubicBezTo>
                  <a:pt x="525634" y="26587"/>
                  <a:pt x="282837" y="5724"/>
                  <a:pt x="0" y="18288"/>
                </a:cubicBezTo>
                <a:cubicBezTo>
                  <a:pt x="367" y="13143"/>
                  <a:pt x="-823" y="5844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615697673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32">
            <a:extLst>
              <a:ext uri="{FF2B5EF4-FFF2-40B4-BE49-F238E27FC236}">
                <a16:creationId xmlns:a16="http://schemas.microsoft.com/office/drawing/2014/main" id="{E237C8F1-6023-C24A-3781-E6DBCA51CD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4" y="4777739"/>
            <a:ext cx="6897626" cy="1399223"/>
          </a:xfrm>
        </p:spPr>
        <p:txBody>
          <a:bodyPr anchor="ctr">
            <a:normAutofit/>
          </a:bodyPr>
          <a:lstStyle/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40318203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14</Words>
  <Application>Microsoft Office PowerPoint</Application>
  <PresentationFormat>Widescreen</PresentationFormat>
  <Paragraphs>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Bittoo Tikki Wala — Expanded Market Analysis &amp; Correlation Report  Power Bi 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Waseem Mahmoud</dc:creator>
  <cp:lastModifiedBy>Waseem Mahmoud</cp:lastModifiedBy>
  <cp:revision>2</cp:revision>
  <dcterms:created xsi:type="dcterms:W3CDTF">2026-05-20T22:10:44Z</dcterms:created>
  <dcterms:modified xsi:type="dcterms:W3CDTF">2026-05-20T22:19:13Z</dcterms:modified>
</cp:coreProperties>
</file>